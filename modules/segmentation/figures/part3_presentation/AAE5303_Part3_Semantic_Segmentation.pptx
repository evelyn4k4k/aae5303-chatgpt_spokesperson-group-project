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63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PART 03 — Semantic Segmentation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AAE5303 — Robust Control Technology in Low-Altitude Aerial Vehicle</a:t>
            </a:r>
          </a:p>
          <a:p>
            <a:r>
              <a:t>GE Haitong (segmentation) · ChatGPT_spokesperson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Semantic segmentation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Baseline: milesial / Pytorch-UNet (U-Net, encoder–decoder + skip connections)</a:t>
            </a:r>
          </a:p>
          <a:p>
            <a:pPr>
              <a:defRPr sz="1700"/>
            </a:pPr>
            <a:r>
              <a:t>Data: UAVScenes AMtown02, interval=5 — paired RGB + semantic masks (14 valid classes)</a:t>
            </a:r>
          </a:p>
          <a:p>
            <a:pPr>
              <a:defRPr sz="1700"/>
            </a:pPr>
            <a:r>
              <a:t>Role in pipeline: dense per-pixel class labels for scene understanding (complements VO pose + 3D structure)</a:t>
            </a:r>
          </a:p>
          <a:p>
            <a:pPr>
              <a:defRPr sz="1700"/>
            </a:pPr>
            <a:r>
              <a:t>Deliverables: tuned hyperparameters, checkpoints, leaderboard JSON (mIoU / Dice / fwIoU), reproducible scripts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(our implementation)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Download UAVScenes camera images + semantic labels → place under modules/segmentation/datasets/…</a:t>
            </a:r>
          </a:p>
          <a:p>
            <a:pPr>
              <a:defRPr sz="1700"/>
            </a:pPr>
            <a:r>
              <a:t>analyze_mask_classes.py → remap UAVScenes sparse IDs to contiguous 0..13 (remap_uavscenes_masks.py)</a:t>
            </a:r>
          </a:p>
          <a:p>
            <a:pPr>
              <a:defRPr sz="1700"/>
            </a:pPr>
            <a:r>
              <a:t>train_uavscenes_unet.py — AdamW, YAML config, per-epoch val metrics logged to JSON</a:t>
            </a:r>
          </a:p>
          <a:p>
            <a:pPr>
              <a:defRPr sz="1700"/>
            </a:pPr>
            <a:r>
              <a:t>predict_unet.py — batch inference; evaluate_masks.py — full-set metrics → metrics_best.json</a:t>
            </a:r>
          </a:p>
          <a:p>
            <a:pPr>
              <a:defRPr sz="1700"/>
            </a:pPr>
            <a:r>
              <a:t>export_leaderboard_json.py — course submission schema (percent scale)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configuration (final run)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Epochs: 80 | Batch size: 1 | Optimizer: AdamW | LR: 5e-5 | Weight decay: 1e-8</a:t>
            </a:r>
          </a:p>
          <a:p>
            <a:pPr>
              <a:defRPr sz="1700"/>
            </a:pPr>
            <a:r>
              <a:t>Input scale: 0.25 (resize) | AMP: off | Classes: 14 | Bilinear upsampling: off</a:t>
            </a:r>
          </a:p>
          <a:p>
            <a:pPr>
              <a:defRPr sz="1700"/>
            </a:pPr>
            <a:r>
              <a:t>Best validation mIoU (from log): 75.37% at epoch 72</a:t>
            </a:r>
          </a:p>
          <a:p>
            <a:pPr>
              <a:defRPr sz="1700"/>
            </a:pPr>
            <a:r>
              <a:t>Checkpoint for inference: selected by maximum val mIoU in uavscenes_training_log.json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Real data — training / validation loss</a:t>
            </a:r>
          </a:p>
        </p:txBody>
      </p:sp>
      <p:pic>
        <p:nvPicPr>
          <p:cNvPr id="3" name="Picture 2" descr="part3_loss_train_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8316"/>
            <a:ext cx="8913558" cy="51500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Real data — validation mIoU, Dice, fwIoU vs epoch</a:t>
            </a:r>
          </a:p>
        </p:txBody>
      </p:sp>
      <p:pic>
        <p:nvPicPr>
          <p:cNvPr id="3" name="Picture 2" descr="part3_val_metrics_miou_dice_fwio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76" y="1290083"/>
            <a:ext cx="8964255" cy="51793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Real data — final test metrics (1380 pairs)</a:t>
            </a:r>
          </a:p>
        </p:txBody>
      </p:sp>
      <p:pic>
        <p:nvPicPr>
          <p:cNvPr id="3" name="Picture 2" descr="part3_final_metric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92" y="955513"/>
            <a:ext cx="8969778" cy="57406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Real data — Part 3 dashboard (single slide summary)</a:t>
            </a:r>
          </a:p>
        </p:txBody>
      </p:sp>
      <p:pic>
        <p:nvPicPr>
          <p:cNvPr id="3" name="Picture 2" descr="part3_dashboard_2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108" y="685800"/>
            <a:ext cx="7541674" cy="58276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Same run — loss (plot_training_curves.py style)</a:t>
            </a:r>
          </a:p>
        </p:txBody>
      </p:sp>
      <p:pic>
        <p:nvPicPr>
          <p:cNvPr id="3" name="Picture 2" descr="training_loss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513" y="964019"/>
            <a:ext cx="7904952" cy="49405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Same run — val metrics (plot_training_curves.py style)</a:t>
            </a:r>
          </a:p>
        </p:txBody>
      </p:sp>
      <p:pic>
        <p:nvPicPr>
          <p:cNvPr id="3" name="Picture 2" descr="validation_metrics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78958"/>
            <a:ext cx="8041049" cy="50256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results (test / leaderboard-style)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mIoU: 78.238%</a:t>
            </a:r>
          </a:p>
          <a:p>
            <a:pPr>
              <a:defRPr sz="1700"/>
            </a:pPr>
            <a:r>
              <a:t>Dice: 87.2757%</a:t>
            </a:r>
          </a:p>
          <a:p>
            <a:pPr>
              <a:defRPr sz="1700"/>
            </a:pPr>
            <a:r>
              <a:t>fwIoU: 89.6511%</a:t>
            </a:r>
          </a:p>
          <a:p>
            <a:pPr>
              <a:defRPr sz="1700"/>
            </a:pPr>
            <a:r>
              <a:t>Evaluated pairs: 1380 | Classes: 14</a:t>
            </a:r>
          </a:p>
          <a:p>
            <a:pPr>
              <a:defRPr sz="1700"/>
            </a:pPr>
            <a:r>
              <a:t>Figures above are generated from uavscenes_training_log.json and metrics_best.json (no synthetic metrics).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Label remapping (sparse UAVScenes IDs → 0..13) is required for stable multi-class training.</a:t>
            </a:r>
          </a:p>
          <a:p>
            <a:pPr>
              <a:defRPr sz="1700"/>
            </a:pPr>
            <a:r>
              <a:t>AdamW + low LR + small input scale matches course UNet demo recommendations for this sequence.</a:t>
            </a:r>
          </a:p>
          <a:p>
            <a:pPr>
              <a:defRPr sz="1700"/>
            </a:pPr>
            <a:r>
              <a:t>Val mIoU peaks before the last epoch — model selection by best val checkpoint matters for reporting.</a:t>
            </a:r>
          </a:p>
          <a:p>
            <a:pPr>
              <a:defRPr sz="1700"/>
            </a:pPr>
            <a:r>
              <a:t>Fair comparison requires the same mask protocol and the official UAVScenes interval=5 split size.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467</Words>
  <Application>Microsoft Office PowerPoint</Application>
  <PresentationFormat>宽屏</PresentationFormat>
  <Paragraphs>36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PART 03 — Semantic Segmentation</vt:lpstr>
      <vt:lpstr>Semantic segmentation module</vt:lpstr>
      <vt:lpstr>Pipeline (our implementation)</vt:lpstr>
      <vt:lpstr>Experiment configuration (final run)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Final results (test / leaderboard-style)</vt:lpstr>
      <vt:lpstr>Key findings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海通 葛</cp:lastModifiedBy>
  <cp:revision>2</cp:revision>
  <dcterms:created xsi:type="dcterms:W3CDTF">2013-01-27T09:14:16Z</dcterms:created>
  <dcterms:modified xsi:type="dcterms:W3CDTF">2026-04-10T11:27:21Z</dcterms:modified>
  <cp:category/>
</cp:coreProperties>
</file>