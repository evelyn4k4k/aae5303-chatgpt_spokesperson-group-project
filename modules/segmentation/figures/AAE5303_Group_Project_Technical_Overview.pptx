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AAE5303 Group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stack: VO + 3D reconstruction + semantic segmentation</a:t>
            </a:r>
          </a:p>
          <a:p>
            <a:r>
              <a:t>Course: Robust Control Technology in Low-Altitude Aerial Vehicle</a:t>
            </a:r>
          </a:p>
          <a:p>
            <a:r>
              <a:t>Repository: ChatGPT_spokesperson group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requirements (grading 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Hyperparameter tuning across three tracks: Visual Odometry, 3D reconstruction, semantic segmentation</a:t>
            </a:r>
          </a:p>
          <a:p>
            <a:pPr>
              <a:defRPr sz="1800"/>
            </a:pPr>
            <a:r>
              <a:t>Leaderboard submission (reproducible metrics) + group/individual presentation</a:t>
            </a:r>
          </a:p>
          <a:p>
            <a:pPr>
              <a:defRPr sz="1800"/>
            </a:pPr>
            <a:r>
              <a:t>Private GitHub repo with Lead TA &amp; instructor added as collaborators for reproduction checks</a:t>
            </a:r>
          </a:p>
          <a:p>
            <a:pPr>
              <a:defRPr sz="1800"/>
            </a:pPr>
            <a:r>
              <a:t>Suggested baselines: ORB-SLAM3 (VO), OpenSplat (3D), Pytorch-UNet (segmentation)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modular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modules/vo — Visual odometry (Evelyn4k4k)</a:t>
            </a:r>
          </a:p>
          <a:p>
            <a:pPr>
              <a:defRPr sz="1800"/>
            </a:pPr>
            <a:r>
              <a:t>modules/reconstruction — 3D scene reconstruction (wymmust)</a:t>
            </a:r>
          </a:p>
          <a:p>
            <a:pPr>
              <a:defRPr sz="1800"/>
            </a:pPr>
            <a:r>
              <a:t>modules/segmentation — Semantic segmentation (taiwanhaitong)</a:t>
            </a:r>
          </a:p>
          <a:p>
            <a:pPr>
              <a:defRPr sz="1800"/>
            </a:pPr>
            <a:r>
              <a:t>Shared sequence alignment: AMtown02 (MARS-LVIG / UAVScenes family) where applicable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&amp;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MARS-LVIG / UAVScenes ecosystem for low-altitude aerial perception</a:t>
            </a:r>
          </a:p>
          <a:p>
            <a:pPr>
              <a:defRPr sz="1800"/>
            </a:pPr>
            <a:r>
              <a:t>VO: monocular RGB on AMtown02; trajectory vs ground truth</a:t>
            </a:r>
          </a:p>
          <a:p>
            <a:pPr>
              <a:defRPr sz="1800"/>
            </a:pPr>
            <a:r>
              <a:t>Segmentation evaluation: UAVScenes AMtown02, interval=5, paired RGB + semantic masks</a:t>
            </a:r>
          </a:p>
          <a:p>
            <a:pPr>
              <a:defRPr sz="1800"/>
            </a:pPr>
            <a:r>
              <a:t>Interval=5: subsampled frames for manageable training/eval size while keeping scene 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— Visual odometry (ORB-SLAM3)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Backend: ORB-SLAM3 — feature-based monocular SLAM / VO</a:t>
            </a:r>
          </a:p>
          <a:p>
            <a:pPr>
              <a:defRPr sz="1800"/>
            </a:pPr>
            <a:r>
              <a:t>ORB features: fast binary descriptors, rotation-aware, suitable for real-time tracking</a:t>
            </a:r>
          </a:p>
          <a:p>
            <a:pPr>
              <a:defRPr sz="1800"/>
            </a:pPr>
            <a:r>
              <a:t>Pipeline: image extraction → camera/ORB tuning → run SLAM → export CameraTrajectory / KeyFrameTrajectory</a:t>
            </a:r>
          </a:p>
          <a:p>
            <a:pPr>
              <a:defRPr sz="1800"/>
            </a:pPr>
            <a:r>
              <a:t>Hyperparameters: camera intrinsics (official AMtown calibration), ORB density (e.g. medium preset), resolution</a:t>
            </a:r>
          </a:p>
          <a:p>
            <a:pPr>
              <a:defRPr sz="1800"/>
            </a:pPr>
            <a:r>
              <a:t>Evaluation: ATE RMSE, RPE translation/rotation drift, trajectory completeness vs GT timestamps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— 3D reconstruction (course baseline: OpenSplat)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OpenSplat: open-source 3D reconstruction aligned with modern Gaussian splatting workflows</a:t>
            </a:r>
          </a:p>
          <a:p>
            <a:pPr>
              <a:defRPr sz="1800"/>
            </a:pPr>
            <a:r>
              <a:t>Goal: recover dense / viewable 3D representation of the scene from images or posed views</a:t>
            </a:r>
          </a:p>
          <a:p>
            <a:pPr>
              <a:defRPr sz="1800"/>
            </a:pPr>
            <a:r>
              <a:t>Typical knobs for tuning: sampling density, optimization iterations, initialization, regularization</a:t>
            </a:r>
          </a:p>
          <a:p>
            <a:pPr>
              <a:defRPr sz="1800"/>
            </a:pPr>
            <a:r>
              <a:t>Outputs: 3D model / splat export for viewer (e.g. web Model Viewer) — details per group implementation</a:t>
            </a:r>
          </a:p>
          <a:p>
            <a:pPr>
              <a:defRPr sz="1800"/>
            </a:pPr>
            <a:r>
              <a:t>Coordinate with VO outputs (poses) or image sets from the same AMtown02 extract where possible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— Semantic segmentation (Pytorch-UNet)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Task: per-pixel class label for each aerial image (multi-class semantic segmentation)</a:t>
            </a:r>
          </a:p>
          <a:p>
            <a:pPr>
              <a:defRPr sz="1800"/>
            </a:pPr>
            <a:r>
              <a:t>Baseline implementation: milesial / Pytorch-UNet (U-Net in PyTorch)</a:t>
            </a:r>
          </a:p>
          <a:p>
            <a:pPr>
              <a:defRPr sz="1800"/>
            </a:pPr>
            <a:r>
              <a:t>U-Net: encoder–decoder with skip connections; strong baseline for dense prediction</a:t>
            </a:r>
          </a:p>
          <a:p>
            <a:pPr>
              <a:defRPr sz="1800"/>
            </a:pPr>
            <a:r>
              <a:t>Training target: UAVScenes-style labels; course example uses 14 valid semantic classes on AMtown02 interval=5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— model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Network: U-Net — multi-scale feature fusion for precise boundaries</a:t>
            </a:r>
          </a:p>
          <a:p>
            <a:pPr>
              <a:defRPr sz="1800"/>
            </a:pPr>
            <a:r>
              <a:t>Framework: PyTorch; GPU training with CUDA; optional mixed precision (AMP) for speed/memory</a:t>
            </a:r>
          </a:p>
          <a:p>
            <a:pPr>
              <a:defRPr sz="1800"/>
            </a:pPr>
            <a:r>
              <a:t>Optimizer: AdamW (decoupled weight decay) — common for vision transformers &amp; modern CNN training</a:t>
            </a:r>
          </a:p>
          <a:p>
            <a:pPr>
              <a:defRPr sz="1800"/>
            </a:pPr>
            <a:r>
              <a:t>Hyperparameters tuned: learning rate, batch size, epochs, input scale (resize factor), AMP on/off</a:t>
            </a:r>
          </a:p>
          <a:p>
            <a:pPr>
              <a:defRPr sz="1800"/>
            </a:pPr>
            <a:r>
              <a:t>Checkpointing &amp; resume: long runs saved per epoch; best model selected by validation mIoU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— data &amp; label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UAVScenes masks use dataset-specific semantic IDs (sparse / non-contiguous)</a:t>
            </a:r>
          </a:p>
          <a:p>
            <a:pPr>
              <a:defRPr sz="1800"/>
            </a:pPr>
            <a:r>
              <a:t>Remapping: map chosen valid class IDs to contiguous 0..C−1 (here C=14) for softmax training</a:t>
            </a:r>
          </a:p>
          <a:p>
            <a:pPr>
              <a:defRPr sz="1800"/>
            </a:pPr>
            <a:r>
              <a:t>Scripts: analyze unique IDs in mask folder → deterministic remap → paired img/mask filenames</a:t>
            </a:r>
          </a:p>
          <a:p>
            <a:pPr>
              <a:defRPr sz="1800"/>
            </a:pPr>
            <a:r>
              <a:t>Optional bootstrap: pseudo-labels from RGB heuristics (not for final leaderboard claims)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— evaluation metrics (leaderboard)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mIoU (mean Intersection-over-Union): class-averaged overlap — primary semantic segmentation metric</a:t>
            </a:r>
          </a:p>
          <a:p>
            <a:pPr>
              <a:defRPr sz="1800"/>
            </a:pPr>
            <a:r>
              <a:t>Dice / F1-style overlap: agreement between prediction and GT regions</a:t>
            </a:r>
          </a:p>
          <a:p>
            <a:pPr>
              <a:defRPr sz="1800"/>
            </a:pPr>
            <a:r>
              <a:t>fwIoU (frequency-weighted IoU): IoU weighted by class pixel frequency (handles imbalance)</a:t>
            </a:r>
          </a:p>
          <a:p>
            <a:pPr>
              <a:defRPr sz="1800"/>
            </a:pPr>
            <a:r>
              <a:t>All reported in percent (%) to match course leaderboard JSON schema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— engineering &amp;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YAML configs for experiment settings; CSV template for hyperparameter sweep log</a:t>
            </a:r>
          </a:p>
          <a:p>
            <a:pPr>
              <a:defRPr sz="1800"/>
            </a:pPr>
            <a:r>
              <a:t>Training log JSON (per-epoch loss &amp; val metrics); matplotlib curves for presentation</a:t>
            </a:r>
          </a:p>
          <a:p>
            <a:pPr>
              <a:defRPr sz="1800"/>
            </a:pPr>
            <a:r>
              <a:t>Inference: sliding-window / full-image prediction → PNG masks; batch prediction over eval set</a:t>
            </a:r>
          </a:p>
          <a:p>
            <a:pPr>
              <a:defRPr sz="1800"/>
            </a:pPr>
            <a:r>
              <a:t>export_leaderboard_json.py: metrics_best.json → ChatGPT_spokesperson_leaderboard.json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/ supporting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Python virtual environment (venv) — isolated dependencies</a:t>
            </a:r>
          </a:p>
          <a:p>
            <a:pPr>
              <a:defRPr sz="1800"/>
            </a:pPr>
            <a:r>
              <a:t>Git / GitHub — version control, branch per contributor, private repo for grading</a:t>
            </a:r>
          </a:p>
          <a:p>
            <a:pPr>
              <a:defRPr sz="1800"/>
            </a:pPr>
            <a:r>
              <a:t>tqdm — live training progress; Pillow — image I/O</a:t>
            </a:r>
          </a:p>
          <a:p>
            <a:pPr>
              <a:defRPr sz="1800"/>
            </a:pPr>
            <a:r>
              <a:t>NumPy — metric aggregation; PyYAML — configuration files</a:t>
            </a:r>
          </a:p>
          <a:p>
            <a:pPr>
              <a:defRPr sz="1800"/>
            </a:pPr>
            <a:r>
              <a:t>Optional: pseudo-label pipeline, smoke-test synthetic data for CI-style sanity checks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— example final numbers (replace if your run differs)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1380 image–mask pairs evaluated, 14 classes</a:t>
            </a:r>
          </a:p>
          <a:p>
            <a:pPr>
              <a:defRPr sz="1800"/>
            </a:pPr>
            <a:r>
              <a:t>mIoU ≈ 78.24% | Dice ≈ 87.28% | fwIoU ≈ 89.65%</a:t>
            </a:r>
          </a:p>
          <a:p>
            <a:pPr>
              <a:defRPr sz="1800"/>
            </a:pPr>
            <a:r>
              <a:t>Figures: training_loss_curve.png, validation_metrics_curve.png under modules/segmentation/figures/</a:t>
            </a:r>
          </a:p>
          <a:p>
            <a:pPr>
              <a:defRPr sz="1800"/>
            </a:pPr>
            <a:r>
              <a:t>Insert qualitative overlays (RGB + colored mask) on this slide or next for visual proof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Three open baselines cover perception stack: pose (ORB-SLAM3), 3D (OpenSplat), semantics (U-Net)</a:t>
            </a:r>
          </a:p>
          <a:p>
            <a:pPr>
              <a:defRPr sz="1800"/>
            </a:pPr>
            <a:r>
              <a:t>Common theme: hyperparameter tuning + reproducible scripts + leaderboard-compatible metrics</a:t>
            </a:r>
          </a:p>
          <a:p>
            <a:pPr>
              <a:defRPr sz="1800"/>
            </a:pPr>
            <a:r>
              <a:t>References: ORB-SLAM3 repo, OpenSplat, milesial/Pytorch-UNet, UAVScenes, MARS-LVIG, course leaderboard demo repos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